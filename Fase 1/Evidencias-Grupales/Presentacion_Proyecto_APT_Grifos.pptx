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 ExtraBold"/>
      <p:bold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gH/BfUI67eNGdyUpDR/ukW33VR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italic.fntdata"/><Relationship Id="rId3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6.png"/><Relationship Id="rId13" Type="http://schemas.openxmlformats.org/officeDocument/2006/relationships/image" Target="../media/image31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28.png"/><Relationship Id="rId15" Type="http://schemas.openxmlformats.org/officeDocument/2006/relationships/image" Target="../media/image36.png"/><Relationship Id="rId14" Type="http://schemas.openxmlformats.org/officeDocument/2006/relationships/image" Target="../media/image33.png"/><Relationship Id="rId16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3899445"/>
            <a:ext cx="66675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1602134"/>
            <a:ext cx="1981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200763" y="1973609"/>
            <a:ext cx="379047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APP </a:t>
            </a:r>
            <a:r>
              <a:rPr b="0" i="0" lang="en-US" sz="4800" u="none" cap="none" strike="noStrike">
                <a:solidFill>
                  <a:srgbClr val="EF444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GRIFOS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809750" y="2878484"/>
            <a:ext cx="85725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Sistema de Geolocalización y Gestión Operativa de Grifos en Tiempo Real para Compañías de Bomberos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533900" y="4928145"/>
            <a:ext cx="3124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Ingeniería en Informática | Duoc UC Sede Melipilla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3295650" y="4099470"/>
            <a:ext cx="15811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Felipe Caro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Representante de Equipo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400675" y="4099470"/>
            <a:ext cx="14859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Nicolás Núñez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Desarrollador Full Stack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5210175" y="4099470"/>
            <a:ext cx="9525" cy="390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450" y="4099470"/>
            <a:ext cx="14859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Marco Antilef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Desarrollador Full Stack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7219950" y="4099470"/>
            <a:ext cx="9525" cy="390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5619750" y="2675632"/>
            <a:ext cx="9525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115752" y="2913757"/>
            <a:ext cx="396049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01. DEFINICIÓN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252787" y="3732907"/>
            <a:ext cx="5686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Visión general y descripción conceptual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0325"/>
            <a:ext cx="11049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383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DEFINICIÓN DEL PROYECTO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71500" y="6515100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Grifos - Duoc UC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1029950" y="6515100"/>
            <a:ext cx="590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000125" y="2376487"/>
            <a:ext cx="4905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Solución Digital Geoespacial: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Aplicación móvil orientada a digitalizar la ubicación, estado operativo y presión/caudal de la red de grifos.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000125" y="3357562"/>
            <a:ext cx="4905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Optimización en Emergencias: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Permite a los voluntarios visualizar grifos operativos cercanos a un siniestro y planificar maniobras sin pérdida de tiempo.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000125" y="4338637"/>
            <a:ext cx="4905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Co-Creación con Clientes Reales: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Diseñado e implementado en colaboración directa con las Compañías de Bomberos de Melipilla y Alhué.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047875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18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52925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5619750" y="2675632"/>
            <a:ext cx="9525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540680" y="2913757"/>
            <a:ext cx="5110638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02. PROBLEMÁTICA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305175" y="3732907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Desafíos operativos actuales en la atención de incendios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0325"/>
            <a:ext cx="11049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9419"/>
            <a:ext cx="5334000" cy="269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499419"/>
            <a:ext cx="5334000" cy="269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PROBLEMÁTICA DETECTADA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71500" y="6515100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Grifos - Duoc UC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0868025" y="6515100"/>
            <a:ext cx="752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Problemática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904875" y="3261419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Falta de Información en Tiempo Real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904875" y="3690044"/>
            <a:ext cx="470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Durante un incendio, los bomberos desconocen si el grifo más cercano se encuentra operativo, inhabilitado, obligando a búsquedas a ciegas en terreno.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6619875" y="3261419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Tiempos de Respuesta Críticos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6619875" y="3690044"/>
            <a:ext cx="4705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pérdida de minutos buscando grifos funcionales incrementa considerablemente el riesgo de propagación del fuego y daños estructurales en Melipilla y zonas rurales de Alhué.</a:t>
            </a:r>
            <a:endParaRPr/>
          </a:p>
        </p:txBody>
      </p:sp>
      <p:pic>
        <p:nvPicPr>
          <p:cNvPr descr="image.png" id="146" name="Google Shape;1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82326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2823269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5619750" y="2675632"/>
            <a:ext cx="9525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135755" y="2913757"/>
            <a:ext cx="39204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03. OBJETIVOS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3600450" y="3732907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Meta general y objetivos específicos del desarrollo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0325"/>
            <a:ext cx="11049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08001"/>
            <a:ext cx="11049000" cy="111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OBJETIVOS DEL PROYECTO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71500" y="6515100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Grifos - Duoc UC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11068050" y="6515100"/>
            <a:ext cx="552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Objetivos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838200" y="2279451"/>
            <a:ext cx="1108138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GENERAL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838200" y="2536626"/>
            <a:ext cx="105537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Desarrollar un sistema de información geolocalizado (app móvil + BD centralizada) para Bomberos de Melipilla y Alhué, optimizando la localización y actualización del estado de grifos en emergencias y mantenimientos.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1000125" y="3464123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 de Datos Geoespacial: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Diseñar un modelo relacional que contenga ubicaciones, estados operativos de la grifería.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1000125" y="4188023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Aplicación Móvil Interactiva: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Permitir la consulta en mapa en tiempo real de grifos cercanos a la posición del carro de bombas.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1000125" y="4654748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Actualización en Terreno (Offline):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Implementar registros e inspecciones directamente desde la app por parte de bomberos.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1000125" y="5121473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Pruebas y Validación: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Ejecutar simulacros conjuntos con las compañías locales para validar el correcto funcionamiento.</a:t>
            </a:r>
            <a:endParaRPr/>
          </a:p>
        </p:txBody>
      </p:sp>
      <p:pic>
        <p:nvPicPr>
          <p:cNvPr descr="image.png" id="174" name="Google Shape;17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7841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02310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690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13576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5619750" y="2675632"/>
            <a:ext cx="9525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160758" y="2913757"/>
            <a:ext cx="3870483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04. ALCANCES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3843337" y="3732907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Delimitación técnica e inclusiones del sistema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0325"/>
            <a:ext cx="11049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84201"/>
            <a:ext cx="5334000" cy="3327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184201"/>
            <a:ext cx="5334000" cy="332779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ALCANCE DEL SISTEMA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71500" y="6515100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Grifos - Duoc UC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11087100" y="65151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Alcances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904875" y="2479476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que INCLUYE el Proyecto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904875" y="2908101"/>
            <a:ext cx="4705200" cy="1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Aplicación móvil (Android) con mapa interactivo de grifos.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Base de datos centralizada con consultas geoespaciales SQL.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Funcionalidad de edición offline sincronizable.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Cobertura para zonas de Melipilla y Alhué.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Módulo de consulta de caudal y estado de mantenimiento.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6619875" y="2479476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Fuera del Alcance (Exclusiones)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6619875" y="2908101"/>
            <a:ext cx="4705350" cy="2194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Instalación o reparación física de infraestructura de grifos.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Monitoreo mediante sensores automáticos IoT de presión en tiempo real.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Cobertura fuera del radio urbano y rural de Melipilla/Alhué.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Control directo sobre las matrices de agua potable sanitarias.</a:t>
            </a:r>
            <a:endParaRPr/>
          </a:p>
        </p:txBody>
      </p:sp>
      <p:pic>
        <p:nvPicPr>
          <p:cNvPr descr="image.png" id="203" name="Google Shape;20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51757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251757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5619750" y="2675632"/>
            <a:ext cx="9525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2770584" y="2913757"/>
            <a:ext cx="665083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05. HITOS DEL PROYECTO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3190875" y="3732907"/>
            <a:ext cx="5810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Planificación de trabajo y etapas de desarrollo (Carta Gantt)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0325"/>
            <a:ext cx="11049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7280" y="30146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24262"/>
            <a:ext cx="24306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9960" y="30146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4180" y="3624262"/>
            <a:ext cx="24306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22641" y="30146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16860" y="3624262"/>
            <a:ext cx="24306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95321" y="30146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89541" y="3624262"/>
            <a:ext cx="243066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 DE TRABAJO E HITOS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71500" y="6515100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Grifos - Duoc UC</a:t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11315700" y="65151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Hitos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1123950" y="2928937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53455" y="2547937"/>
            <a:ext cx="6667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16610" y="2547937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160716" y="2547937"/>
            <a:ext cx="7429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9584" y="2547937"/>
            <a:ext cx="7905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 txBox="1"/>
          <p:nvPr/>
        </p:nvSpPr>
        <p:spPr>
          <a:xfrm>
            <a:off x="723900" y="3824287"/>
            <a:ext cx="223215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1: Definición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723900" y="4119562"/>
            <a:ext cx="212586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Levantamiento con Bomberos, definición de objetivos, alcances y cierre de la Fase 1.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3596580" y="3824287"/>
            <a:ext cx="223215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2: Arquitectura &amp; Backend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3596580" y="4338637"/>
            <a:ext cx="212586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Diseño de base de datos geoespacial, arquitectura API REST y primeros módulos móviles.</a:t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6469260" y="3824287"/>
            <a:ext cx="223215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2: App &amp; Modo Offline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6469260" y="4338637"/>
            <a:ext cx="212586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Desarrollo móvil completo, sincronización offline en terreno e integración total.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9341941" y="3824287"/>
            <a:ext cx="223215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3: Validaciones &amp; Cierre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9341941" y="4338637"/>
            <a:ext cx="212586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Pruebas en terreno con bomberos, retroalimentación, documentación y entrega final.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 txBox="1"/>
          <p:nvPr/>
        </p:nvSpPr>
        <p:spPr>
          <a:xfrm>
            <a:off x="571500" y="476250"/>
            <a:ext cx="58007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CONCLUSIÓN</a:t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571500" y="1000125"/>
            <a:ext cx="5524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/>
          <p:nvPr/>
        </p:nvSpPr>
        <p:spPr>
          <a:xfrm>
            <a:off x="295275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1000125" y="1314450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Impacto Comunitario: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Moderniza la gestión operativa de bomberos, acortando tiempos de respuesta frente a incendios.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1000125" y="2295525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Integración Técnica Completa: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Aplica conocimientos avanzados en desarrollo móvil, backend y motores de base de datos SQL geoespaciales.</a:t>
            </a:r>
            <a:endParaRPr/>
          </a:p>
        </p:txBody>
      </p:sp>
      <p:sp>
        <p:nvSpPr>
          <p:cNvPr id="256" name="Google Shape;256;p12"/>
          <p:cNvSpPr txBox="1"/>
          <p:nvPr/>
        </p:nvSpPr>
        <p:spPr>
          <a:xfrm>
            <a:off x="1000125" y="3276600"/>
            <a:ext cx="4810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Trabajo Colaborativo: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Proyecto llevado a cabo por el equipo de 3 integrantes, garantizando factibilidad dentro de 5 meses.</a:t>
            </a:r>
            <a:endParaRPr/>
          </a:p>
        </p:txBody>
      </p:sp>
      <p:pic>
        <p:nvPicPr>
          <p:cNvPr descr="image.png" id="257" name="Google Shape;25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287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0981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90887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715000" y="738187"/>
            <a:ext cx="762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71500" y="296897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183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1666875" y="311184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https://cdn.prod.website-files.com/696905ace4d9c77ef8431b36/6a30d73211711622978fc6c9_Screenshot%202026-06-15%20at%209.54.12%E2%80%AFPM.png</a:t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1666875" y="33575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www.watchduty.org</a:t>
            </a:r>
            <a:endParaRPr/>
          </a:p>
        </p:txBody>
      </p:sp>
      <p:pic>
        <p:nvPicPr>
          <p:cNvPr descr="image.png" id="274" name="Google Shape;27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 txBox="1"/>
          <p:nvPr/>
        </p:nvSpPr>
        <p:spPr>
          <a:xfrm>
            <a:off x="1666875" y="389661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lexipol.brightspotcdn.com/dims4/default/0aa5607/2147483647/strip/true/crop/1918x1080+1+0/resize/1000x563!/quality/90/?url=https%3A%2F%2Fk1-prod-lexipol.s3.us-east-2.amazonaws.com%2Fbrightspot%2F0f%2F2e%2F2a587f7a4385809d6e754b0d7729%2Fbill-fr1-ems1-news-images-2026-07-20t154145-129.jpg</a:t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1666875" y="43404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www.firerescue1.com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